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75" r:id="rId5"/>
    <p:sldId id="267" r:id="rId6"/>
    <p:sldId id="273" r:id="rId7"/>
    <p:sldId id="270" r:id="rId8"/>
    <p:sldId id="271" r:id="rId9"/>
    <p:sldId id="274" r:id="rId10"/>
    <p:sldId id="272" r:id="rId11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3"/>
      <p:bold r:id="rId14"/>
      <p:italic r:id="rId15"/>
      <p:boldItalic r:id="rId16"/>
    </p:embeddedFont>
    <p:embeddedFont>
      <p:font typeface="PT Sans Narrow" panose="020B0506020203020204" pitchFamily="3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2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Sri Yaganti" userId="5fc2619dcfe56d26" providerId="LiveId" clId="{C5CE92E8-31A9-4349-8118-308AD32E812B}"/>
    <pc:docChg chg="delSld">
      <pc:chgData name="DivyaSri Yaganti" userId="5fc2619dcfe56d26" providerId="LiveId" clId="{C5CE92E8-31A9-4349-8118-308AD32E812B}" dt="2026-02-23T13:45:17.690" v="6" actId="2696"/>
      <pc:docMkLst>
        <pc:docMk/>
      </pc:docMkLst>
      <pc:sldChg chg="del">
        <pc:chgData name="DivyaSri Yaganti" userId="5fc2619dcfe56d26" providerId="LiveId" clId="{C5CE92E8-31A9-4349-8118-308AD32E812B}" dt="2026-02-23T13:44:46.028" v="0" actId="2696"/>
        <pc:sldMkLst>
          <pc:docMk/>
          <pc:sldMk cId="0" sldId="259"/>
        </pc:sldMkLst>
      </pc:sldChg>
      <pc:sldChg chg="del">
        <pc:chgData name="DivyaSri Yaganti" userId="5fc2619dcfe56d26" providerId="LiveId" clId="{C5CE92E8-31A9-4349-8118-308AD32E812B}" dt="2026-02-23T13:44:54.072" v="1" actId="2696"/>
        <pc:sldMkLst>
          <pc:docMk/>
          <pc:sldMk cId="0" sldId="260"/>
        </pc:sldMkLst>
      </pc:sldChg>
      <pc:sldChg chg="del">
        <pc:chgData name="DivyaSri Yaganti" userId="5fc2619dcfe56d26" providerId="LiveId" clId="{C5CE92E8-31A9-4349-8118-308AD32E812B}" dt="2026-02-23T13:45:02.599" v="2" actId="2696"/>
        <pc:sldMkLst>
          <pc:docMk/>
          <pc:sldMk cId="0" sldId="261"/>
        </pc:sldMkLst>
      </pc:sldChg>
      <pc:sldChg chg="del">
        <pc:chgData name="DivyaSri Yaganti" userId="5fc2619dcfe56d26" providerId="LiveId" clId="{C5CE92E8-31A9-4349-8118-308AD32E812B}" dt="2026-02-23T13:45:05.959" v="3" actId="2696"/>
        <pc:sldMkLst>
          <pc:docMk/>
          <pc:sldMk cId="0" sldId="262"/>
        </pc:sldMkLst>
      </pc:sldChg>
      <pc:sldChg chg="del">
        <pc:chgData name="DivyaSri Yaganti" userId="5fc2619dcfe56d26" providerId="LiveId" clId="{C5CE92E8-31A9-4349-8118-308AD32E812B}" dt="2026-02-23T13:45:09.942" v="4" actId="2696"/>
        <pc:sldMkLst>
          <pc:docMk/>
          <pc:sldMk cId="0" sldId="263"/>
        </pc:sldMkLst>
      </pc:sldChg>
      <pc:sldChg chg="del">
        <pc:chgData name="DivyaSri Yaganti" userId="5fc2619dcfe56d26" providerId="LiveId" clId="{C5CE92E8-31A9-4349-8118-308AD32E812B}" dt="2026-02-23T13:45:13.465" v="5" actId="2696"/>
        <pc:sldMkLst>
          <pc:docMk/>
          <pc:sldMk cId="0" sldId="264"/>
        </pc:sldMkLst>
      </pc:sldChg>
      <pc:sldChg chg="del">
        <pc:chgData name="DivyaSri Yaganti" userId="5fc2619dcfe56d26" providerId="LiveId" clId="{C5CE92E8-31A9-4349-8118-308AD32E812B}" dt="2026-02-23T13:45:17.690" v="6" actId="2696"/>
        <pc:sldMkLst>
          <pc:docMk/>
          <pc:sldMk cId="0" sldId="265"/>
        </pc:sldMkLst>
      </pc:sldChg>
      <pc:sldMasterChg chg="delSldLayout">
        <pc:chgData name="DivyaSri Yaganti" userId="5fc2619dcfe56d26" providerId="LiveId" clId="{C5CE92E8-31A9-4349-8118-308AD32E812B}" dt="2026-02-23T13:45:09.942" v="4" actId="2696"/>
        <pc:sldMasterMkLst>
          <pc:docMk/>
          <pc:sldMasterMk cId="0" sldId="2147483659"/>
        </pc:sldMasterMkLst>
        <pc:sldLayoutChg chg="del">
          <pc:chgData name="DivyaSri Yaganti" userId="5fc2619dcfe56d26" providerId="LiveId" clId="{C5CE92E8-31A9-4349-8118-308AD32E812B}" dt="2026-02-23T13:45:05.959" v="3" actId="2696"/>
          <pc:sldLayoutMkLst>
            <pc:docMk/>
            <pc:sldMasterMk cId="0" sldId="2147483659"/>
            <pc:sldLayoutMk cId="0" sldId="2147483651"/>
          </pc:sldLayoutMkLst>
        </pc:sldLayoutChg>
        <pc:sldLayoutChg chg="del">
          <pc:chgData name="DivyaSri Yaganti" userId="5fc2619dcfe56d26" providerId="LiveId" clId="{C5CE92E8-31A9-4349-8118-308AD32E812B}" dt="2026-02-23T13:45:09.942" v="4" actId="2696"/>
          <pc:sldLayoutMkLst>
            <pc:docMk/>
            <pc:sldMasterMk cId="0" sldId="2147483659"/>
            <pc:sldLayoutMk cId="0" sldId="214748365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8130a78ef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8130a78ef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8130a78e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8130a78e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Receipt &amp; Invoice Digitizer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Tech:</a:t>
            </a:r>
            <a:r>
              <a:rPr lang="en-GB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Streamlit | OpenCV | Tesseract | Gemini | SQLite | Plotly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by:</a:t>
            </a:r>
            <a:r>
              <a:rPr lang="en-GB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DivyaSri Yaganti</a:t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Statement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Receipts and invoices are mostly stored as paper/images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record keeping leads to: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 of bills</a:t>
            </a:r>
            <a:b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difficulty in tracking expenses</a:t>
            </a:r>
            <a:b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time-consuming data entry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Businesses and individuals need a tool to automate digitization and expense analytics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Objective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aims to:</a:t>
            </a:r>
            <a:endParaRPr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6071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invoices/receipts into </a:t>
            </a:r>
            <a:r>
              <a:rPr lang="en-GB" sz="2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structured digital records</a:t>
            </a:r>
            <a:br>
              <a:rPr lang="en-GB" sz="2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9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607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key information like:</a:t>
            </a:r>
            <a:b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607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○"/>
            </a:pPr>
            <a: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vendor name, date, items, tax, total</a:t>
            </a:r>
            <a:b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607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correctness using </a:t>
            </a:r>
            <a:r>
              <a:rPr lang="en-GB" sz="2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</a:t>
            </a:r>
            <a:br>
              <a:rPr lang="en-GB" sz="2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9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607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records for future use</a:t>
            </a:r>
            <a:b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607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insights via dashboard analytics</a:t>
            </a:r>
            <a:b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C8622-B449-1563-74A8-CE85F2249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MileStone-2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CFB52-971C-E734-83FF-54B478C60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/>
              <a:t>Objective of Milestone 2</a:t>
            </a:r>
            <a:endParaRPr lang="en-US" dirty="0"/>
          </a:p>
          <a:p>
            <a:r>
              <a:rPr lang="en-US" dirty="0"/>
              <a:t>Convert raw OCR text into structured data</a:t>
            </a:r>
          </a:p>
          <a:p>
            <a:r>
              <a:rPr lang="en-US" dirty="0"/>
              <a:t>Extract key invoice fields</a:t>
            </a:r>
          </a:p>
          <a:p>
            <a:r>
              <a:rPr lang="en-US" dirty="0"/>
              <a:t>Validate financial correctness</a:t>
            </a:r>
          </a:p>
          <a:p>
            <a:r>
              <a:rPr lang="en-US" dirty="0"/>
              <a:t>Detect duplicate invoices</a:t>
            </a:r>
          </a:p>
          <a:p>
            <a:r>
              <a:rPr lang="en-US" dirty="0"/>
              <a:t>Store validated data in database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0585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EE76-CF36-7B5B-5362-E28E9DA6F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AI-Based Field Extraction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B23D7-B0F4-E231-A5F3-3DBB9C5C89EA}"/>
              </a:ext>
            </a:extLst>
          </p:cNvPr>
          <p:cNvSpPr txBox="1"/>
          <p:nvPr/>
        </p:nvSpPr>
        <p:spPr>
          <a:xfrm>
            <a:off x="424128" y="1379095"/>
            <a:ext cx="737075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Gemini AI Integration</a:t>
            </a:r>
            <a:endParaRPr lang="en-IN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Gemini LLM for structured extraction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raw OCR text → JSON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Enforces strict schema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parsing errors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AI improves accuracy on complex receipts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079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CC3C3-5D85-B367-F8FE-E43DB608E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Fallback Extraction (Fail-Safe)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29F0B-3BC5-BEC3-C40F-4AD306C08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Why Fallback is Needed</a:t>
            </a:r>
            <a:endParaRPr lang="en-US" dirty="0"/>
          </a:p>
          <a:p>
            <a:r>
              <a:rPr lang="en-US" dirty="0"/>
              <a:t>If Gemini fails:</a:t>
            </a:r>
          </a:p>
          <a:p>
            <a:r>
              <a:rPr lang="en-US" dirty="0"/>
              <a:t>API limit</a:t>
            </a:r>
          </a:p>
          <a:p>
            <a:r>
              <a:rPr lang="en-US" dirty="0"/>
              <a:t>Network issue</a:t>
            </a:r>
          </a:p>
          <a:p>
            <a:pPr marL="114300" indent="0">
              <a:buNone/>
            </a:pPr>
            <a:r>
              <a:rPr lang="en-US" dirty="0"/>
              <a:t>➡️ System switches to:</a:t>
            </a:r>
          </a:p>
          <a:p>
            <a:r>
              <a:rPr lang="en-US" dirty="0"/>
              <a:t>Regex-based extraction</a:t>
            </a:r>
          </a:p>
          <a:p>
            <a:r>
              <a:rPr lang="en-US" dirty="0"/>
              <a:t>Rule-based parsing</a:t>
            </a:r>
          </a:p>
          <a:p>
            <a:r>
              <a:rPr lang="en-US" dirty="0"/>
              <a:t>📌 Ensures system </a:t>
            </a:r>
            <a:r>
              <a:rPr lang="en-US" b="1" dirty="0"/>
              <a:t>never fails completely</a:t>
            </a:r>
            <a:endParaRPr lang="en-US" dirty="0"/>
          </a:p>
          <a:p>
            <a:pPr marL="11430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5056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1FF5-941E-E2E1-7808-F233BEA60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Validation Logic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2C1FF-7F2F-E0BD-340F-B5824C360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/>
              <a:t>Invoice Validation Rules</a:t>
            </a:r>
            <a:endParaRPr lang="en-US" dirty="0"/>
          </a:p>
          <a:p>
            <a:r>
              <a:rPr lang="en-US" dirty="0"/>
              <a:t>Sum of items = Total → VALID</a:t>
            </a:r>
          </a:p>
          <a:p>
            <a:r>
              <a:rPr lang="en-US" dirty="0"/>
              <a:t>Sum of items + Tax = Total → VALID</a:t>
            </a:r>
          </a:p>
          <a:p>
            <a:r>
              <a:rPr lang="en-US" dirty="0"/>
              <a:t>Otherwise → NOT VALID</a:t>
            </a:r>
          </a:p>
          <a:p>
            <a:pPr marL="114300" indent="0">
              <a:buNone/>
            </a:pPr>
            <a:r>
              <a:rPr lang="en-US" dirty="0"/>
              <a:t>Additional checks:</a:t>
            </a:r>
          </a:p>
          <a:p>
            <a:r>
              <a:rPr lang="en-US" dirty="0"/>
              <a:t>Missing fields</a:t>
            </a:r>
          </a:p>
          <a:p>
            <a:r>
              <a:rPr lang="en-US" dirty="0"/>
              <a:t>Invalid totals</a:t>
            </a:r>
          </a:p>
          <a:p>
            <a:r>
              <a:rPr lang="en-US" dirty="0"/>
              <a:t>📌 Prevents incorrect data storage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233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4894B-D6F5-6B98-004E-7DE99EFFC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Duplicate Invoice Detection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C7ABE-E87D-4714-A50F-09544A76F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OCR text compared against database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200 characters used for similarity check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duplicate found: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Invoice is not re-inserted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record is reused</a:t>
            </a:r>
          </a:p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duplicate spending records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clean financial history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1824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9E17-E63D-BAB0-1DE5-C5DBA6575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DADB35-FCE2-BC6D-9D92-5062E194D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916" y="445025"/>
            <a:ext cx="2708223" cy="406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779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86B1B-022C-D34E-3DA2-6E6B25F14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Structured Data Storage (SQLite)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32D3DA-AF70-526D-5142-C04470E2706D}"/>
              </a:ext>
            </a:extLst>
          </p:cNvPr>
          <p:cNvSpPr txBox="1"/>
          <p:nvPr/>
        </p:nvSpPr>
        <p:spPr>
          <a:xfrm>
            <a:off x="1356610" y="2601730"/>
            <a:ext cx="614596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invoices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Vendor, date, total, tax, category, currency, validation status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Line-level item details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 linking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category classification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Timestamped records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8841183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319</Words>
  <Application>Microsoft Office PowerPoint</Application>
  <PresentationFormat>On-screen Show (16:9)</PresentationFormat>
  <Paragraphs>70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PT Sans Narrow</vt:lpstr>
      <vt:lpstr>Open Sans</vt:lpstr>
      <vt:lpstr>Arial</vt:lpstr>
      <vt:lpstr>Wingdings</vt:lpstr>
      <vt:lpstr>Times New Roman</vt:lpstr>
      <vt:lpstr>Tropic</vt:lpstr>
      <vt:lpstr>Receipt &amp; Invoice Digitizer</vt:lpstr>
      <vt:lpstr>Problem Statement</vt:lpstr>
      <vt:lpstr>Project Objective</vt:lpstr>
      <vt:lpstr>MileStone-2</vt:lpstr>
      <vt:lpstr>AI-Based Field Extraction</vt:lpstr>
      <vt:lpstr>Fallback Extraction (Fail-Safe)</vt:lpstr>
      <vt:lpstr>Validation Logic </vt:lpstr>
      <vt:lpstr>Duplicate Invoice Detection</vt:lpstr>
      <vt:lpstr>Architecture</vt:lpstr>
      <vt:lpstr>Structured Data Storage (SQLite)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DivyaSri Yaganti</cp:lastModifiedBy>
  <cp:revision>2</cp:revision>
  <dcterms:modified xsi:type="dcterms:W3CDTF">2026-02-23T13:45:20Z</dcterms:modified>
</cp:coreProperties>
</file>