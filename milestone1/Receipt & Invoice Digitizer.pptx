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8130a78e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8130a78e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8130a78e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8130a78e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130a78e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8130a78e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8130a78e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8130a78e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8130a78e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8130a78e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8130a78e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8130a78e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8130a78e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8130a78e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ae7a50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aae7a50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ae7a50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aae7a50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Receipt &amp; Invoice Digitizer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Tech:</a:t>
            </a: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Streamlit | OpenCV | Tesseract | Gemini | SQLite | Plotly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by:</a:t>
            </a: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DivyaSri Yaganti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Receipts and invoices are mostly stored as paper/images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record keeping leads to: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of bills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tracking expenses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data entry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 and individuals need a tool to automate digitization and expense analytics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Objective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aims to:</a:t>
            </a: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invoices/receipts into </a:t>
            </a:r>
            <a:r>
              <a:rPr b="1"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digital records</a:t>
            </a:r>
            <a:br>
              <a:rPr b="1"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key information like: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 name, date, items, tax, total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correctness using </a:t>
            </a:r>
            <a:r>
              <a:rPr b="1"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br>
              <a:rPr b="1"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records for future use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insights via dashboard analytics</a:t>
            </a:r>
            <a:br>
              <a:rPr lang="en-GB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Upload receipt/invoice in </a:t>
            </a:r>
            <a:r>
              <a:rPr b="1"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or PDF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format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Automatic OCR text extraction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Gemini AI converts text into structured JSON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Validation check before saving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Duplicate invoice detection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Dashboard with spending analytics</a:t>
            </a:r>
            <a:b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History management with delete/reset option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Technology Stack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&amp; Application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(interactive multi-page web app)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&amp; Processing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(enhancing images)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Tesseract OCR (text extraction)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Extraction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API (structured invoice output)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&amp; Analytics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 database (vault.db)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+ Plotly (charts &amp; reports)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83550" y="189525"/>
            <a:ext cx="3893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 (High Level)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238475" y="1041825"/>
            <a:ext cx="8504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Upload → Preprocess → OCR → AI Extraction → Validation → Database → Analytics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Clean receipt image improves accuracy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AI helps in generating structured invoice format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Stored records enable dashboard and history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425" y="1914850"/>
            <a:ext cx="4008201" cy="26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&amp; Record Management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SQLite database stores: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Invoice summary details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Individual line items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History page provides: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view invoice + items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delete invoices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reset database (admin control)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Insights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389600"/>
            <a:ext cx="3348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The dashboard generates: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Total tracked spending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Average bill value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Top spending category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Charts: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○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category-wise expense distribution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○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recent transaction history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and Outputs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automates invoice digitization using OCR + AI</a:t>
            </a:r>
            <a:b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reliable storage + analytics for expense tracking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375" y="2850474"/>
            <a:ext cx="4589026" cy="20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31150" cy="22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0025" y="2571750"/>
            <a:ext cx="3520526" cy="21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